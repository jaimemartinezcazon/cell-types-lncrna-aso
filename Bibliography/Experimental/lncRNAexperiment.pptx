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70"/>
    <p:restoredTop sz="94675"/>
  </p:normalViewPr>
  <p:slideViewPr>
    <p:cSldViewPr snapToGrid="0">
      <p:cViewPr varScale="1">
        <p:scale>
          <a:sx n="127" d="100"/>
          <a:sy n="127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1:30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24575,'0'42'0,"0"2"0,0 10 0,0 4 0,4 13 0,10 17 0,-3-37 0,2 1 0,3 6 0,2 1 0,3 2 0,2 1 0,0-1 0,2 0 0,0 0 0,1-1 0,1-4 0,1-2 0,-1-4 0,1-2 0,-1-5 0,1-1 0,28 32 0,-4-10 0,0-9 0,1-5 0,5-7 0,7 0 0,3-1 0,-1-4 0,-4-2 0,-6-4 0,-7-3 0,0-2 0,4-1 0,8 0 0,7-2 0,0-2 0,-5-2 0,-8-6 0,-4-2 0,-1-2 0,7 4 0,6 2 0,-1 1 0,-2 0 0,-4-3 0,0 1 0,3-1 0,-3 0 0,-7-2 0,-10-3 0,-11-3 0,-7-2 0,-2-1 0,0-1 0,0 0 0,-4 0 0,-6-2 0,-5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1:33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0 24575,'0'10'0,"0"3"0,0 6 0,0 3 0,0 4 0,3 0 0,5 5 0,6 3 0,5 1 0,2-1 0,0-6 0,-1-2 0,1 1 0,-1 4 0,4 2 0,0-2 0,-2-4 0,-6-8 0,-6-6 0,-2-6 0,0-2 0,2 1 0,1 3 0,-1 0 0,-2 2 0,-2-2 0,-4-1 0,0 1 0,-4-3 0,-4-1 0,-12-3 0,-4-1 0,-15-1 0,-12 0 0,-7 0 0,-3 0 0,8 0 0,7 0 0,3 0 0,-6 0 0,-3 2 0,-5 5 0,1 7 0,6 3 0,9 0 0,11-4 0,9-3 0,8 1 0,6-1 0,4 1 0,1-6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1:36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0 683 24575,'0'-16'0,"11"-6"0,20-12 0,23-8 0,2 2 0,10-4 0,3 0 0,10-1 0,-31 19 0,2 1 0,1 2 0,0 2 0,3-1 0,0 1 0,1 2 0,0 0 0,3 1 0,1 2 0,2-1 0,1 3 0,2 0 0,0 0 0,-1 2 0,-1 0 0,-8 0 0,-2 1 0,33-8 0,-28 4 0,-17 4 0,-10 5 0,-6 0 0,-1 2 0,-1-1 0,-2 0 0,-1 3 0,1 0 0,-4 0 0,-6 1 0,-5-1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1:39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0 24575,'0'25'0,"0"10"0,-2 17 0,-5 9 0,-7-2 0,-5-8 0,0-9 0,6-10 0,6-7 0,4-8 0,1-5 0,0-2 0,-1-1 0,0 4 0,-1 5 0,-4 5 0,-2 3 0,2-2 0,0-7 0,0-6 0,1-3 0,-1-3 0,4-3 0,12-8 0,4-5 0,15-7 0,2-1 0,13-2 0,7-2 0,7 2 0,2 0 0,-1 5 0,-4 6 0,-6 5 0,-10 4 0,-8 1 0,-3 0 0,-3 0 0,0 0 0,-1 0 0,-4 0 0,-2 0 0,-8 0 0,-3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1:41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24575,'42'0'0,"37"0"0,-22 0 0,5 0 0,11 0 0,0 0 0,-9 0 0,-2 0 0,-3 0 0,-3 0 0,-4 0 0,-2 0 0,34 0 0,-3 0 0,-27 0 0,-16 0 0,-19 0 0,-8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1:43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0 24575,'-14'5'0,"-7"5"0,-9 9 0,-9 7 0,4-2 0,2 1 0,3-2 0,1-3 0,-1 1 0,5-5 0,4-3 0,0-1 0,3-3 0,4 0 0,3-2 0,6-2 0,4-2 0,6-3 0,9 0 0,10 0 0,9 0 0,9 0 0,6 3 0,-1 4 0,-2 5 0,-7 4 0,-4 1 0,-6-3 0,-3 1 0,-4 0 0,-3 3 0,-1 2 0,0 2 0,1 1 0,-1 0 0,-4-1 0,-6-11 0,-3-2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D339-2288-091A-47D0-2FC0FD09A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DA993-D4D2-9909-A3E2-D120EDDC1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BF4DF-A20C-A54E-245A-8DEC405BB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81A9-E94D-9640-899E-43256071015A}" type="datetimeFigureOut">
              <a:rPr lang="en-NL" smtClean="0"/>
              <a:t>06/02/2026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33C34-11DE-668E-B4F6-46FFB64F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197B6-E9F1-0B40-95C8-FAC899CAE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99F61-82DE-6C40-9FED-D8E967C404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2004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905A0-5631-C4A9-4924-FAF4F4798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78A92-7222-88AD-6EB3-1B2A8EF9B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A318D-68A3-3E7C-36B7-C12361CB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81A9-E94D-9640-899E-43256071015A}" type="datetimeFigureOut">
              <a:rPr lang="en-NL" smtClean="0"/>
              <a:t>06/02/2026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6C749-49AB-D2A3-214A-1A3CE725B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65441-0787-ED77-2287-3CF1493A1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99F61-82DE-6C40-9FED-D8E967C404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58785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A3F6-A96F-0742-1EA0-15A25766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F0FA2-CF39-DABF-A6DA-8FDC81E2F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133FC-206E-C6E9-4348-03B22E9D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81A9-E94D-9640-899E-43256071015A}" type="datetimeFigureOut">
              <a:rPr lang="en-NL" smtClean="0"/>
              <a:t>06/02/2026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F8791-EA77-FD72-7C8F-673E13265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042AE-0513-EFE9-BA67-D20235C1D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99F61-82DE-6C40-9FED-D8E967C404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45087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64B6E-FB1D-3A64-595A-C35841049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E2822-954F-1D7F-15DB-ABE2CE95C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3BF10-8B5F-682C-78B6-CC29A312F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B8286-66D0-3E67-7A78-723948867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81A9-E94D-9640-899E-43256071015A}" type="datetimeFigureOut">
              <a:rPr lang="en-NL" smtClean="0"/>
              <a:t>06/02/2026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7811-1001-8387-FB05-C2D45886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867D0-1DAB-6557-544A-5D733EDB0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99F61-82DE-6C40-9FED-D8E967C404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0502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7FFBC-B07A-1AF6-59D0-E8352D39C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CA94B-9D3B-5DD3-5478-38C5F817A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309B84-6BFC-3C42-1241-0DA674045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30D4F1-9D0C-8968-8FD3-D43191761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5CFFAC-C83B-949C-83E3-6CC430E4F4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0673C-0ED9-DBE7-2C32-66D0F582B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81A9-E94D-9640-899E-43256071015A}" type="datetimeFigureOut">
              <a:rPr lang="en-NL" smtClean="0"/>
              <a:t>06/02/2026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D26EA9-EE0D-AC5C-6C9F-E4E8D533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371673-E142-2766-1DA4-1AB19F4C2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99F61-82DE-6C40-9FED-D8E967C404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28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7F6B-E062-142C-9648-FC3C5C915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2C050-3DF0-5E53-3E4C-A9CE4824D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81A9-E94D-9640-899E-43256071015A}" type="datetimeFigureOut">
              <a:rPr lang="en-NL" smtClean="0"/>
              <a:t>06/02/2026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408B2-732C-F4C9-5CCA-AAC7F08A8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BD8316-A4D4-E0C4-F313-EA22BEE2F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99F61-82DE-6C40-9FED-D8E967C404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48323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7DC7AC-9E63-524B-55D5-50D73F0A1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81A9-E94D-9640-899E-43256071015A}" type="datetimeFigureOut">
              <a:rPr lang="en-NL" smtClean="0"/>
              <a:t>06/02/2026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2E98D-B43C-9766-C0EC-9F0B3A5BE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1C790-2C62-67B3-12BE-EB50E180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99F61-82DE-6C40-9FED-D8E967C404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10534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C3E5-87F8-3C67-3B2E-CFAC27F6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7D9A8-33E5-67D7-3F89-8C60EA54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0B59A-2964-12A7-EC5A-9C0DE1430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6BE23-8C5E-7DFF-FCA1-B8B4088BC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81A9-E94D-9640-899E-43256071015A}" type="datetimeFigureOut">
              <a:rPr lang="en-NL" smtClean="0"/>
              <a:t>06/02/2026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9832C-3DC7-ED47-46DD-6C35B43A8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A3685-A1E3-05EA-F52D-4091A339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99F61-82DE-6C40-9FED-D8E967C404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4694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1457-849C-5B3F-895F-7B20F71C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29BA0F-4DEA-B1D6-7453-DCB5E15929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A1A60-366E-68AF-1B1B-FEDA11049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8CC41-01F1-9B78-C46D-5593DD290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81A9-E94D-9640-899E-43256071015A}" type="datetimeFigureOut">
              <a:rPr lang="en-NL" smtClean="0"/>
              <a:t>06/02/2026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39545-91B9-CBC5-5BD1-5113B65A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57898-8370-A2E2-89DB-7E54667C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99F61-82DE-6C40-9FED-D8E967C404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3589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0E9F-8E26-576A-14A3-63971C32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55A97-2BFC-274A-4D9C-133FFD23C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69561-E825-21DC-918F-B0899AF98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81A9-E94D-9640-899E-43256071015A}" type="datetimeFigureOut">
              <a:rPr lang="en-NL" smtClean="0"/>
              <a:t>06/02/2026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A4A33-82D8-7455-BED0-F48F71F3D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A6D1B-FE4B-CECD-FA10-6715E35A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99F61-82DE-6C40-9FED-D8E967C404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7623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23192B-681D-63ED-EE8B-96F4A0A562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F2A78-F09D-AA28-19EF-B89C081C3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6DA97-1B48-4880-815D-18CE4E3D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81A9-E94D-9640-899E-43256071015A}" type="datetimeFigureOut">
              <a:rPr lang="en-NL" smtClean="0"/>
              <a:t>06/02/2026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097BC-D767-182E-CA64-3DAB7D1E8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94DCA-46BB-21BE-C081-6CC408189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99F61-82DE-6C40-9FED-D8E967C404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53929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18573A-063E-E81B-5F6F-47127A52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EA4B8-D482-A51C-48E6-AD9BE615E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7ED6A-C495-042B-60F1-615419B73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D81A9-E94D-9640-899E-43256071015A}" type="datetimeFigureOut">
              <a:rPr lang="en-NL" smtClean="0"/>
              <a:t>06/02/2026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79B34-AE31-92A4-3E3E-E6FCF399F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98C93-773A-5389-21BC-BDCB2A931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99F61-82DE-6C40-9FED-D8E967C404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3756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8D1A-8A9B-3393-5504-16443C7310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Ectoderm and Mesoderm differentiation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2EEF7-513C-BAFA-FBEE-ED3638D214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scRNA-seq analysis</a:t>
            </a:r>
          </a:p>
        </p:txBody>
      </p:sp>
    </p:spTree>
    <p:extLst>
      <p:ext uri="{BB962C8B-B14F-4D97-AF65-F5344CB8AC3E}">
        <p14:creationId xmlns:p14="http://schemas.microsoft.com/office/powerpoint/2010/main" val="837784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EC4582-F8F5-582E-2FBD-C3626AA78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937" y="351596"/>
            <a:ext cx="10515600" cy="2560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23C346-7C9D-2AFC-1853-0227CD444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537" y="2912212"/>
            <a:ext cx="7772400" cy="12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34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7965F4-A1A8-A971-0EE3-6FEE1431C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43" y="470801"/>
            <a:ext cx="7772400" cy="19452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5C0213-2205-E93E-DF7C-20F7DF376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43" y="2416091"/>
            <a:ext cx="7772400" cy="22081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E0266B-ADE8-9878-CA86-7028E129F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4624258"/>
            <a:ext cx="54483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77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4F0BC-8B3B-0938-82D4-37239082E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3869" cy="1325563"/>
          </a:xfrm>
        </p:spPr>
        <p:txBody>
          <a:bodyPr/>
          <a:lstStyle/>
          <a:p>
            <a:r>
              <a:rPr lang="en-NL" dirty="0"/>
              <a:t>Plate sorting strategy for scVASAseq with SCD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6BDA7-1B8F-E3DA-3D29-BE58782E2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50" y="1407341"/>
            <a:ext cx="7581900" cy="52451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821FCC6-89D4-648E-0C2D-CABC166E1420}"/>
              </a:ext>
            </a:extLst>
          </p:cNvPr>
          <p:cNvGrpSpPr/>
          <p:nvPr/>
        </p:nvGrpSpPr>
        <p:grpSpPr>
          <a:xfrm>
            <a:off x="1887171" y="2469394"/>
            <a:ext cx="846360" cy="825120"/>
            <a:chOff x="1887171" y="2469394"/>
            <a:chExt cx="846360" cy="82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8B56F83-54AB-1235-7C16-85665848B537}"/>
                    </a:ext>
                  </a:extLst>
                </p14:cNvPr>
                <p14:cNvContentPartPr/>
                <p14:nvPr/>
              </p14:nvContentPartPr>
              <p14:xfrm>
                <a:off x="1887171" y="2469394"/>
                <a:ext cx="814320" cy="751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8B56F83-54AB-1235-7C16-85665848B53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78171" y="2460394"/>
                  <a:ext cx="831960" cy="76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5D8FD04-7A71-9403-DB7C-0717FC8AF093}"/>
                    </a:ext>
                  </a:extLst>
                </p14:cNvPr>
                <p14:cNvContentPartPr/>
                <p14:nvPr/>
              </p14:nvContentPartPr>
              <p14:xfrm>
                <a:off x="2465691" y="3045034"/>
                <a:ext cx="267840" cy="249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5D8FD04-7A71-9403-DB7C-0717FC8AF09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57051" y="3036034"/>
                  <a:ext cx="28548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67A91B7-52CB-5E62-B419-7DC9644D7249}"/>
              </a:ext>
            </a:extLst>
          </p:cNvPr>
          <p:cNvGrpSpPr/>
          <p:nvPr/>
        </p:nvGrpSpPr>
        <p:grpSpPr>
          <a:xfrm>
            <a:off x="9954771" y="5541994"/>
            <a:ext cx="641520" cy="309240"/>
            <a:chOff x="9954771" y="5541994"/>
            <a:chExt cx="64152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B1020C3-A2F3-C982-E3E1-9AEA1772E65D}"/>
                    </a:ext>
                  </a:extLst>
                </p14:cNvPr>
                <p14:cNvContentPartPr/>
                <p14:nvPr/>
              </p14:nvContentPartPr>
              <p14:xfrm>
                <a:off x="9964491" y="5541994"/>
                <a:ext cx="631800" cy="246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B1020C3-A2F3-C982-E3E1-9AEA1772E65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955491" y="5532994"/>
                  <a:ext cx="6494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8981517-69EC-0ED7-58B3-EFCF563BB22E}"/>
                    </a:ext>
                  </a:extLst>
                </p14:cNvPr>
                <p14:cNvContentPartPr/>
                <p14:nvPr/>
              </p14:nvContentPartPr>
              <p14:xfrm>
                <a:off x="9954771" y="5643154"/>
                <a:ext cx="232560" cy="208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8981517-69EC-0ED7-58B3-EFCF563BB22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945771" y="5634154"/>
                  <a:ext cx="25020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986579-57C0-2C82-02CE-229590F158C3}"/>
              </a:ext>
            </a:extLst>
          </p:cNvPr>
          <p:cNvGrpSpPr/>
          <p:nvPr/>
        </p:nvGrpSpPr>
        <p:grpSpPr>
          <a:xfrm>
            <a:off x="9986451" y="3534634"/>
            <a:ext cx="414000" cy="178200"/>
            <a:chOff x="9986451" y="3534634"/>
            <a:chExt cx="414000" cy="17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EFD9F5-A160-4425-A77A-D34C039E482E}"/>
                    </a:ext>
                  </a:extLst>
                </p14:cNvPr>
                <p14:cNvContentPartPr/>
                <p14:nvPr/>
              </p14:nvContentPartPr>
              <p14:xfrm>
                <a:off x="10034331" y="3574594"/>
                <a:ext cx="36612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EFD9F5-A160-4425-A77A-D34C039E482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25331" y="3565594"/>
                  <a:ext cx="383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97B463B-3A52-4E0F-91F6-8E1FEBFA8130}"/>
                    </a:ext>
                  </a:extLst>
                </p14:cNvPr>
                <p14:cNvContentPartPr/>
                <p14:nvPr/>
              </p14:nvContentPartPr>
              <p14:xfrm>
                <a:off x="9986451" y="3534634"/>
                <a:ext cx="186120" cy="178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97B463B-3A52-4E0F-91F6-8E1FEBFA813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77811" y="3525634"/>
                  <a:ext cx="203760" cy="195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C663F23-876E-049D-7B95-7F077BC97B31}"/>
              </a:ext>
            </a:extLst>
          </p:cNvPr>
          <p:cNvSpPr txBox="1"/>
          <p:nvPr/>
        </p:nvSpPr>
        <p:spPr>
          <a:xfrm>
            <a:off x="838199" y="2142309"/>
            <a:ext cx="1855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</a:t>
            </a:r>
            <a:r>
              <a:rPr lang="en-NL" dirty="0"/>
              <a:t>ndifferentiated </a:t>
            </a:r>
          </a:p>
          <a:p>
            <a:r>
              <a:rPr lang="en-NL" dirty="0"/>
              <a:t>cells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BCF71E-2D43-7857-0211-9AA53E552103}"/>
              </a:ext>
            </a:extLst>
          </p:cNvPr>
          <p:cNvSpPr txBox="1"/>
          <p:nvPr/>
        </p:nvSpPr>
        <p:spPr>
          <a:xfrm>
            <a:off x="10359452" y="3300568"/>
            <a:ext cx="1600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NL" dirty="0"/>
              <a:t>ifferentiated </a:t>
            </a:r>
          </a:p>
          <a:p>
            <a:r>
              <a:rPr lang="en-NL" dirty="0"/>
              <a:t>cells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AF5E31-921A-54B7-2A7F-A76C379700A7}"/>
              </a:ext>
            </a:extLst>
          </p:cNvPr>
          <p:cNvSpPr txBox="1"/>
          <p:nvPr/>
        </p:nvSpPr>
        <p:spPr>
          <a:xfrm>
            <a:off x="10553582" y="5218828"/>
            <a:ext cx="1383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Empty wells</a:t>
            </a:r>
          </a:p>
          <a:p>
            <a:r>
              <a:rPr lang="en-US" dirty="0"/>
              <a:t>(control)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69185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24</Words>
  <Application>Microsoft Macintosh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Ectoderm and Mesoderm differentiation</vt:lpstr>
      <vt:lpstr>PowerPoint Presentation</vt:lpstr>
      <vt:lpstr>PowerPoint Presentation</vt:lpstr>
      <vt:lpstr>Plate sorting strategy for scVASAseq with SCD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Alemany, A. (ANA)</dc:creator>
  <cp:lastModifiedBy>Alemany, Anna (ANA - LUMC)</cp:lastModifiedBy>
  <cp:revision>5</cp:revision>
  <dcterms:created xsi:type="dcterms:W3CDTF">2025-03-21T10:03:32Z</dcterms:created>
  <dcterms:modified xsi:type="dcterms:W3CDTF">2026-02-06T22:30:17Z</dcterms:modified>
</cp:coreProperties>
</file>